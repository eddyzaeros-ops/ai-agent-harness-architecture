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5A51DC-A918-04D3-14DF-B01F60257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F1FA53-2B8C-24EA-276E-D0407C740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67AE63-4133-B44E-E4B5-DED03E97C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8CC9D8-A5D1-76B9-3C07-CF781BA4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156050-BEE6-3E12-818C-B11F0889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43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BB1EB6-20AA-61F9-4280-8B1DF779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23BCC-EE36-6B83-8776-656498F2C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5BBCEC-3B46-3233-5EF9-0B465727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172A99-1F0E-BF4C-0F7F-98BE4199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1972C6-F188-0C2D-5ABF-3C319666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3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44C868-045C-23D4-3E80-AA0B8411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6B2B8A-3CCB-BB68-53C5-3E1D2DA1D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4D8141-5566-AEA8-B98C-F7C19FC1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917845-6453-D142-8D56-6CB73100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458041-2198-DE79-B096-1188AFA7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20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219238-8338-17D7-65D6-00912548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5B567A-9DC6-2155-1422-5BB8EDE41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579ED0-9DE1-1570-4A2B-A65AF77F8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634793-CF7C-A3C3-9E0A-78DBD293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BF230D-EB47-3B50-074C-7DAA45E6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0220FD-4484-A8ED-C77E-31D1399B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95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4DB286-4778-B993-7A1F-97FFFFFE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94832C-7BC2-2E11-A18B-A5256815E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A0772E-692E-1ECD-17B2-C9BCB2DEF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4087CD2-DEB4-CA62-5F68-412E68201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7494BD-3368-F9C1-FDF7-1902F895C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DD98AEB-4476-4ACF-F1AA-0486F228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A97F85-2CE4-B7AE-2B60-66B53D68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AA384EB-B9FB-79A4-2581-84717DA3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59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B0755-65C3-9C56-AEFD-890AAF70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4F13818-0F0D-5C08-F349-1B26E468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71F18E6-D9A0-6766-5B66-33A0A2AE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065A0C2-79BC-2FF6-1036-BE8301CB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59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6EDBFD2-0313-CDC8-FF78-02227E39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41FB383-C21F-FC50-DDD4-A07EAF78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9658E-68A1-DCB2-800B-ECADED47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92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702704-6D63-2694-0718-5EAEEE92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7B4DF6-A3E1-8EEE-6D63-87EBA9602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B6385D-F240-1D05-06E9-EAC944F01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CB7F74-6744-0552-B3FF-6DF38D1F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DDADFB-3372-338C-73D5-0487A2B6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72C249-86DE-CBF6-242F-BBA28A1B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748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B29DD-8A81-4C51-220F-823B2B1D6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718387-8CE4-17F6-F045-7AAAA1FA7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94007A-C7D5-54C7-6778-62773998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980BD14-8EEA-48A8-46D4-C13F5E71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C3B3F5-FADC-8361-04C3-12A6FEE8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A0F0FC-EA2C-51A8-4C56-E10A1514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102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1C77B-897D-C262-B907-536A3573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712006-F6EA-1F98-BFFC-3689EC707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FB228B-8C86-A907-C243-C49C2BFA6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F1A6D2-852F-CE7D-F6F1-DD9E55EC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8865D8-A91F-DF59-E8AF-8E5B1789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37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C90F54-F0BA-C283-166C-073D20E29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25EBB9-AD0E-6007-6628-2481DE570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77C59A-1F8D-D282-7D9D-1EB112B4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404B22-1D11-6590-983E-9AE5A973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08F54C-BFA4-92BD-AFCA-556077A1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0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E6B3208-3FC3-503F-A739-47EFC65E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8B6DE7-3BE1-2EB0-8EB7-75DCE991E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AA643E-B360-6439-3009-E3784D41A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0BD8E-28D6-43CA-B491-EA5F8E4172AE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8B79A8-A5B2-EDFB-54A8-A4D39F042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69D211-067C-5758-181B-5C8E442C6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C9F30-EC5D-48B5-A94C-1AF7995A62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18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E4DE779-AB7C-ED83-5B3A-1D13EF7F5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0" y="493339"/>
            <a:ext cx="11570605" cy="600631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C7A9EAB-69DD-62CA-457C-D43E65C26059}"/>
              </a:ext>
            </a:extLst>
          </p:cNvPr>
          <p:cNvSpPr/>
          <p:nvPr/>
        </p:nvSpPr>
        <p:spPr>
          <a:xfrm>
            <a:off x="642551" y="2384854"/>
            <a:ext cx="531341" cy="1977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4E6339-3694-446C-23C6-8D7DA6BA154D}"/>
              </a:ext>
            </a:extLst>
          </p:cNvPr>
          <p:cNvSpPr/>
          <p:nvPr/>
        </p:nvSpPr>
        <p:spPr>
          <a:xfrm>
            <a:off x="1260389" y="2792628"/>
            <a:ext cx="481914" cy="1569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BDE41C-B602-6ED6-1CFD-6B2FD52A2023}"/>
              </a:ext>
            </a:extLst>
          </p:cNvPr>
          <p:cNvSpPr/>
          <p:nvPr/>
        </p:nvSpPr>
        <p:spPr>
          <a:xfrm>
            <a:off x="3150973" y="926757"/>
            <a:ext cx="5745892" cy="4448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3E90EAB-24AC-8CEC-884D-A7971F9DB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973" y="1482811"/>
            <a:ext cx="1243195" cy="10997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7ECEDFA-73B9-EE99-0EF5-1168EB221A4C}"/>
              </a:ext>
            </a:extLst>
          </p:cNvPr>
          <p:cNvSpPr/>
          <p:nvPr/>
        </p:nvSpPr>
        <p:spPr>
          <a:xfrm>
            <a:off x="4151870" y="1482811"/>
            <a:ext cx="242298" cy="4448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1DF7F8-56F9-8FA3-0245-1594BF34862C}"/>
              </a:ext>
            </a:extLst>
          </p:cNvPr>
          <p:cNvSpPr/>
          <p:nvPr/>
        </p:nvSpPr>
        <p:spPr>
          <a:xfrm>
            <a:off x="8390238" y="5980670"/>
            <a:ext cx="3188043" cy="5066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6F9F31-C57D-6713-FCC2-4EB3061C01E6}"/>
              </a:ext>
            </a:extLst>
          </p:cNvPr>
          <p:cNvSpPr/>
          <p:nvPr/>
        </p:nvSpPr>
        <p:spPr>
          <a:xfrm>
            <a:off x="8859794" y="3534032"/>
            <a:ext cx="2434281" cy="1606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FE6492-8982-15E7-821D-7B9768FEEC34}"/>
              </a:ext>
            </a:extLst>
          </p:cNvPr>
          <p:cNvSpPr/>
          <p:nvPr/>
        </p:nvSpPr>
        <p:spPr>
          <a:xfrm>
            <a:off x="4930346" y="4090086"/>
            <a:ext cx="1841157" cy="1606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66A1E8-EBC1-93E4-B857-45646A8CB9DF}"/>
              </a:ext>
            </a:extLst>
          </p:cNvPr>
          <p:cNvSpPr/>
          <p:nvPr/>
        </p:nvSpPr>
        <p:spPr>
          <a:xfrm>
            <a:off x="6759146" y="2940908"/>
            <a:ext cx="1025611" cy="1606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4261AA-2DE3-0B4B-BF00-A38B4BA09813}"/>
              </a:ext>
            </a:extLst>
          </p:cNvPr>
          <p:cNvSpPr/>
          <p:nvPr/>
        </p:nvSpPr>
        <p:spPr>
          <a:xfrm>
            <a:off x="4930346" y="4843848"/>
            <a:ext cx="3262184" cy="5807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8218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Eddy Yang</dc:creator>
  <cp:lastModifiedBy>Eddy Yang</cp:lastModifiedBy>
  <cp:revision>1</cp:revision>
  <dcterms:created xsi:type="dcterms:W3CDTF">2026-09-16T16:32:07Z</dcterms:created>
  <dcterms:modified xsi:type="dcterms:W3CDTF">2026-09-16T23:07:29Z</dcterms:modified>
</cp:coreProperties>
</file>